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Outfit Extra Bold"/>
      <p:regular r:id="rId8"/>
    </p:embeddedFont>
    <p:embeddedFont>
      <p:font typeface="Arimo"/>
      <p:regular r:id="rId9"/>
    </p:embeddedFont>
    <p:embeddedFont>
      <p:font typeface="Arimo"/>
      <p:regular r:id="rId10"/>
    </p:embeddedFont>
    <p:embeddedFont>
      <p:font typeface="Arimo"/>
      <p:regular r:id="rId11"/>
    </p:embeddedFont>
    <p:embeddedFont>
      <p:font typeface="Arimo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6878"/>
            <a:ext cx="2816185" cy="373142"/>
          </a:xfrm>
          <a:prstGeom prst="roundRect">
            <a:avLst>
              <a:gd name="adj" fmla="val 17872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96409"/>
            <a:ext cx="25780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PRICING &amp; ENGAGEMENT TERMS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8931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Value for Fees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10704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understand that pricing is of utmost importance to you. At KPMG, we are committed to delivering exceptional value while maintaining complete transparency in every aspect of our fee structure — so you can engage with confidence and zero surprises.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965371"/>
            <a:ext cx="4215289" cy="2905006"/>
          </a:xfrm>
          <a:prstGeom prst="roundRect">
            <a:avLst>
              <a:gd name="adj" fmla="val 28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9768" y="317134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5E4C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9" y="3334941"/>
            <a:ext cx="267891" cy="2678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9768" y="39650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Pre-Agreed Fees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9768" y="4394240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fees are discussed and agreed upon in advance, ensuring full alignment before any engagement begins. No hidden costs, no unexpected charges.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07437" y="2965371"/>
            <a:ext cx="4215408" cy="2905006"/>
          </a:xfrm>
          <a:prstGeom prst="roundRect">
            <a:avLst>
              <a:gd name="adj" fmla="val 28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13415" y="317134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5E4C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126" y="3334941"/>
            <a:ext cx="267891" cy="267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3415" y="3965019"/>
            <a:ext cx="26492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Transparent Estimates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5413415" y="4394240"/>
            <a:ext cx="38034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 any services beyond our regular scope, we provide upfront and transparent fee estimates — giving you complete visibility into every investment.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9621203" y="2965371"/>
            <a:ext cx="4215289" cy="2905006"/>
          </a:xfrm>
          <a:prstGeom prst="roundRect">
            <a:avLst>
              <a:gd name="adj" fmla="val 28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827181" y="317134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5E4C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0892" y="3334941"/>
            <a:ext cx="267891" cy="2678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27181" y="39650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Fair &amp; Competitive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9827181" y="4394240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Our pricing reflects the true value we deliver. We benchmark rigorously to ensure our rates remain competitive while never compromising on quality.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091446" y="6316861"/>
            <a:ext cx="127451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 KPMG, we do not believe in surprises. All fees are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fixed for the term of the contract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subject only to mutually agreed inflationary adjustments. If the scope of your project changes at any point during the fixed term, we will discuss and agree to any fee adjustments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before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work begins. You will never receive a bill you were not expecting.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793790" y="6093619"/>
            <a:ext cx="22860" cy="1399103"/>
          </a:xfrm>
          <a:prstGeom prst="rect">
            <a:avLst/>
          </a:prstGeom>
          <a:solidFill>
            <a:srgbClr val="5E4CE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2026-03-04T04:28:25Z</dcterms:created>
  <dcterms:modified xsi:type="dcterms:W3CDTF">2026-03-04T04:28:25Z</dcterms:modified>
</cp:coreProperties>
</file>