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Outfit Extra Bold"/>
      <p:regular r:id="rId8"/>
    </p:embeddedFont>
    <p:embeddedFont>
      <p:font typeface="Arimo"/>
      <p:regular r:id="rId9"/>
    </p:embeddedFont>
    <p:embeddedFont>
      <p:font typeface="Arimo"/>
      <p:regular r:id="rId10"/>
    </p:embeddedFont>
    <p:embeddedFont>
      <p:font typeface="Arimo"/>
      <p:regular r:id="rId11"/>
    </p:embeddedFont>
    <p:embeddedFont>
      <p:font typeface="Arimo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31971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2344" y="1564362"/>
            <a:ext cx="6197084" cy="45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R&amp;D Tax Credit Engagement Options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12344" y="2174319"/>
            <a:ext cx="11405592" cy="4490799"/>
          </a:xfrm>
          <a:prstGeom prst="roundRect">
            <a:avLst>
              <a:gd name="adj" fmla="val 135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964" y="2181939"/>
            <a:ext cx="11390352" cy="3417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20322" y="2181939"/>
            <a:ext cx="2847499" cy="341709"/>
          </a:xfrm>
          <a:prstGeom prst="roundRect">
            <a:avLst>
              <a:gd name="adj" fmla="val 17778"/>
            </a:avLst>
          </a:prstGeom>
          <a:solidFill>
            <a:srgbClr val="5E4CE6"/>
          </a:solidFill>
          <a:ln/>
        </p:spPr>
      </p:sp>
      <p:sp>
        <p:nvSpPr>
          <p:cNvPr id="6" name="Text 4"/>
          <p:cNvSpPr/>
          <p:nvPr/>
        </p:nvSpPr>
        <p:spPr>
          <a:xfrm>
            <a:off x="1764863" y="2252782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67820" y="2181939"/>
            <a:ext cx="2847499" cy="341709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8" name="Text 6"/>
          <p:cNvSpPr/>
          <p:nvPr/>
        </p:nvSpPr>
        <p:spPr>
          <a:xfrm>
            <a:off x="4616172" y="2252782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Option 1: Full Narrative Documentation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319" y="2181939"/>
            <a:ext cx="2847499" cy="341709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8"/>
          <p:cNvSpPr/>
          <p:nvPr/>
        </p:nvSpPr>
        <p:spPr>
          <a:xfrm>
            <a:off x="7463671" y="2252782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Option 2: Matrix Documentation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162818" y="2181939"/>
            <a:ext cx="2847499" cy="341709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11170" y="2252782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Option 3: Core Quantification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19964" y="2523649"/>
            <a:ext cx="11390352" cy="3417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64863" y="2594491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Interviews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6172" y="2594491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SME interviews (no limit)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63671" y="2594491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 to 25 qualification interviews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11170" y="2594491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 to 15 qualification interviews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19964" y="2865358"/>
            <a:ext cx="11390352" cy="3417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764863" y="2936200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Credit Costing Work Papers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6172" y="2936200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3671" y="2936200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11170" y="2936200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19964" y="3207068"/>
            <a:ext cx="11390352" cy="3417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64863" y="3277910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R&amp;D Tax Credit Forms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6172" y="3277910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and State R&amp;D tax credit forms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63671" y="3277910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Form 6765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11170" y="3277910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Form 6765 (number only)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19964" y="3548777"/>
            <a:ext cx="11390352" cy="3417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764863" y="3619619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State QRE Summary (incl. AZ refund)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6172" y="3619619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63671" y="3619619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11170" y="3619619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19964" y="3890486"/>
            <a:ext cx="11390352" cy="541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764863" y="3961328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Controlled-Group Allocation Support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6172" y="3961328"/>
            <a:ext cx="2550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Federal and state (coordination with Hyundai; no duplicative filings)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63671" y="3961328"/>
            <a:ext cx="2550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Coordination with Hyundai tax (QREs and documentation only)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311170" y="3961328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19964" y="4432221"/>
            <a:ext cx="11390352" cy="11418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764863" y="4503063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Executive Summary Memo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16172" y="4503063"/>
            <a:ext cx="255079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Business overview, costing methodology, patents, qualified activities, 10 business component questionnaires &amp; documentation mapping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63671" y="4503063"/>
            <a:ext cx="25507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Business overview, costing methodology, patents, qualified activities, BCQM &amp; targeted documentation mapping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11170" y="4503063"/>
            <a:ext cx="25546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High-level summary memo with costing methodology overview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19964" y="5574030"/>
            <a:ext cx="11390352" cy="7417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764863" y="5644872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6172" y="5644872"/>
            <a:ext cx="2550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audit sensitivity, regulatory scrutiny, or one-time remediation years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63671" y="5644872"/>
            <a:ext cx="255079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Optimal balance of defensibility, efficiency, and cost. First-year transition from with minimal disruption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311170" y="5644872"/>
            <a:ext cx="255460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Low-risk year, strong historical documentation, cost-focused engagement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619964" y="6315789"/>
            <a:ext cx="11390352" cy="3417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764863" y="6386632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16172" y="6386632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$250,000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63671" y="6386632"/>
            <a:ext cx="2550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$170,000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311170" y="6386632"/>
            <a:ext cx="25546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$150,000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2026-03-04T04:46:18Z</dcterms:created>
  <dcterms:modified xsi:type="dcterms:W3CDTF">2026-03-04T04:46:18Z</dcterms:modified>
</cp:coreProperties>
</file>